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2651/2026  ·  Associação Nacional do Jogo e Loterias (ANJL)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ASSOCIAÇÃO NACIONAL DO JOGO E LOTERIAS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2651/2026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Dispõe sobre a regulação dos mercados de previsão no Brasil, estabelece regras para plataformas digitais, proteção ao consumidor e integridade de mercado, e dá outras providências.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Márcio Marinho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Oportunidade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MESA · Situação: Aguardando Autorização do Despacho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mercados de previsao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Representa o setor REGULADO de apostas de quota fixa (bets), loterias e jogos online sob a Lei 14.790/2023. Interesse central: estabilidade e segurança jurídica do mercado legal, combate à concorrência ilegal, carga trib…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Acelerar a tramitação e ancorar o texto do PL 2651/2026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'Mercados de previsão'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r8prgm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675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Associação Nacional do Jogo e Loterias: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sa7t3ay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Associação Nacional do Jogo e 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Márcio Marinho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públic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63bab3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4grohu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manutenção do núcleo do texto e ritmo de pauta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arrecadação e integridade do mercado regulado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2651/2026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