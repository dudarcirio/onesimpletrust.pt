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2608/2026 (SF)  ·  Vale S.A.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VALE S.A.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2608/2026 (SF)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Regulamenta o §1º do art. 176 e o §3º do art. 231 da Constituição Federal para estabelecer as condições específicas para a realização da pesquisa e da lavra de recursos minerais e hidrocarbonetos e para o aproveitamento de recursos hídricos para geração de energia elétrica em terras indígenas; e institui indenizações pela restrição do usufruto de terras indígenas e por impactos sanitários, sociais, culturais, econômicos e ecológicos.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Senador Dr. Hiran (PP/RR)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Ameaça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SF · Situação: AGUARDANDO DESPACHO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indenizac, lavra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Senado Federal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Mineradora global com operações de ferro, níquel e cobre, ferrovias e portos próprios. Interesse central: segurança jurídica do novo marco do licenciamento ambiental (LGLA), regimes especiais para minerais estratégicos 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Barrar ou diluir o núcleo restritivo do PL 2608/2026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'Segurança de barragens / responsabilização'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geexni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Vale S.A.: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ppuxio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Vale S.A.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Senador Dr. Hiran (PP/RR)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Mineraçã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l91zp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q6wq5h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emenda de diluição do núcleo restritivo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licenciamento tempestivo com segurança jurídica 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2608/2026 (SF)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