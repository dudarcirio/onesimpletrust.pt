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2643/2026  ·  Associação Nacional do Jogo e Loterias (ANJL)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ASSOCIAÇÃO NACIONAL DO JOGO E LOTERIAS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2643/2026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Altera os arts. 2º e 3º da Lei nº 14.790, de 29 de dezembro de 2023, e estabelece diretrizes de cooperação institucional entre o Ministério da Fazenda e a Comissão de Valores Mobiliários (CVM), para incluir os mercados de previsão como categoria regulável, definir competências de supervisão sobre plataformas híbridas e fortalecer os mecanismos de proteção ao consumidor e de integridade de mercado.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Márcio Marinho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MESA · Situação: Aguardando Chancela e Publicação do Despacho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14.790, mercados de previsao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Representa o setor REGULADO de apostas de quota fixa (bets), loterias e jogos online sob a Lei 14.790/2023. Interesse central: estabilidade e segurança jurídica do mercado legal, combate à concorrência ilegal, carga trib…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2643/2026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'Mercados de previsão'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5_u1wgq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Associação Nacional do Jogo e Loterias: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ucngty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Associação Nacional do Jogo e 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Márcio Marinho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públic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yzqughq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oacb62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Fazenda / SPA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arrecadação e integridade do mercado regulado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do Esport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restritivo (saúde públ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2643/2026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