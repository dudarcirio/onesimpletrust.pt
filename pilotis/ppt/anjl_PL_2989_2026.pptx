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2989/2026  ·  Associação Nacional do Jogo e Loterias (ANJL)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ASSOCIAÇÃO NACIONAL DO JOGO E LOTERIAS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2989/2026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Altera a Lei nº 14.790, de 29 de dezembro de 2023, para proibir a publicidade, a propaganda, a promoção, o patrocínio e demais formas de comunicação comercial relativas às apostas de quota fixa, e dá outras providências.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Dandara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Ameaça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MESA · Situação: Aguardando Despacho do Presidente da Câmara dos Deputados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14.790, apostas de quota fixa, patrocinio, proibir, propaganda, publicidade, quota fixa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Representa o setor REGULADO de apostas de quota fixa (bets), loterias e jogos online sob a Lei 14.790/2023. Interesse central: estabilidade e segurança jurídica do mercado legal, combate à concorrência ilegal, carga trib…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Barrar ou diluir o núcleo restritivo do PL 2989/2026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'Publicidade e marketing'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95242g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Associação Nacional do Jogo e Loterias: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niqtqq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Associação Nacional do Jogo e 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Dandara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públic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xgr1qf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vf4ns88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emenda de diluição do núcleo restritivo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arrecadação e integridade do mercado regulado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2989/2026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